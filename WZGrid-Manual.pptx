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WZ-GRID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2 &amp; 3 엔터프라이즈 데이터 그리드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25780" y="32004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2578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스크롤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97380" y="32004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89738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19종 컬럼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8980" y="32004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6898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연동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0580" y="32004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64058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트리/그룹핑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12180" y="32004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1218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병합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83780" y="32004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891B2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83780" y="32004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라이선스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매뉴얼 v1.3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WZ-Grid 소개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2 &amp; 3를 모두 지원하는 엔터프라이즈급 데이터 그리드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WZ-Grid인가?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WZ-Grid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 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Handsontable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2 &amp; 3 동시 지원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가상 스크롤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복사/붙여넣기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 드래그 재배치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그룹핑 &amp; 소계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 병합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트리 구조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한국어 문서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라이선스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특징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고성능 가상 스크롤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보이는 행만 DOM 렌더링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수십만 건 데이터 빠르게 처리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97280"/>
            <a:ext cx="54864" cy="1737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19종 컬럼 타입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number, select, date,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badge, progress, sparkline 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완벽 연동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Ctrl+C/V 복사/붙여넣기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파일 직접 내보내기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17520"/>
            <a:ext cx="54864" cy="1737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트리 &amp; 그룹핑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계층형 데이터 트리 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그룹핑 + 소계 자동 계산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01752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셀 병합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6616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병합 / 커스텀 병합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autoMergeCols, mergeCells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01752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017520"/>
            <a:ext cx="54864" cy="1737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검증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5661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validator 함수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셀 빨간 테두리 + 툴팁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설치 및 기본 사용법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install부터 첫 번째 그리드 렌더링까지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12801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wz-grid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Excel 내보내기 사용 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exceljs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12801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임포트 (필수)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'wz-grid/dist/wz-grid.css'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51760"/>
            <a:ext cx="38404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전역 등록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createApp } from 'vue'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WZGrid } from 'wz-grid'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'wz-grid/dist/wz-grid.css'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createApp(App)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app.component('WZGrid', WZGrid)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651760"/>
            <a:ext cx="384048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2 전역 등록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1089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Vue from 'vue'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WZGrid } from 'wz-grid'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'wz-grid/dist/wz-grid.css'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Vue.component('WZGrid', WZGrid)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기본 사용법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229600" cy="38404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App.vue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7863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 lang="ts"&gt;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ref } from 'vue'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WZGrid } from 'wz-grid'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type { Column } from 'wz-grid'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columns = ref&lt;Column[]&gt;([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key: 'id',   title: 'ID',   width: 60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key: 'name', title: '이름', width: 150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key: 'age',  title: '나이', width: 80, type: 'number'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rows = ref([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name: '홍길동', age: 30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2, name: '김철수', age: 25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&lt;WZGrid :columns="columns" :rows="rows" :height="500"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61772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각 row 객체에는 반드시 고유한 id 필드가 있어야 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Props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그리드 동작을 제어하는 핵심 속성들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Props 명세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822960"/>
                <a:gridCol w="48463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columns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(필수) 컬럼 정의 배열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GridRow[]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(필수) 행 데이터 배열 (id 필수)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height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그리드 전체 높이(px)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rowHeight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 높이(px). 가상 스크롤 계산에 사용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usePaging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페이징 활성화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pageSize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페이지당 행 수 (v-model 지원)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useFilter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컬럼별 필터 입력 행 표시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useCheckbox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체크박스 컬럼 활성화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useTree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트리 구조 모드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groupBy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그룹핑 기준 컬럼 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useContextMenu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우클릭 컨텍스트 메뉴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useRowDrag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 드래그 재배치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showFooter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하단 집계 행 표시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컬럼 타입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19종의 다양한 컬럼 타입으로 풍부한 데이터 표현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컬럼 타입 총 19종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8288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60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 가능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96012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960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즉시 반영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960120"/>
            <a:ext cx="182880" cy="182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9601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 불가 / 표시 전용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2588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325880"/>
            <a:ext cx="457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1645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텍스트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132588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1325880"/>
            <a:ext cx="457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88920" y="1645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(천 단위 쉼표)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32588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25880"/>
            <a:ext cx="457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1645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 (datepicker)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132588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1325880"/>
            <a:ext cx="457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1645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날짜+시간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05740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2057400"/>
            <a:ext cx="457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2377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드롭다운 선택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51760" y="205740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651760" y="2057400"/>
            <a:ext cx="457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278892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88920" y="2377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통화 포맷 (₩)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05740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057400"/>
            <a:ext cx="457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92040" y="2377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(mailto:)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0" y="205740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58000" y="2057400"/>
            <a:ext cx="4572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699516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textarea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95160" y="2377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멀티라인 텍스트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8640" y="27889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278892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체크박스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51760" y="27889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651760" y="278892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278892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78892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라디오 버튼 그룹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27889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278892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89204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별점 (★)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58000" y="278892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58000" y="278892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99516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95160" y="3108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피커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352044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48640" y="352044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85800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태그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651760" y="352044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651760" y="352044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5" name="Text 63"/>
          <p:cNvSpPr/>
          <p:nvPr/>
        </p:nvSpPr>
        <p:spPr>
          <a:xfrm>
            <a:off x="27889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788920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프로그레스 바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54880" y="352044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754880" y="352044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9" name="Text 67"/>
          <p:cNvSpPr/>
          <p:nvPr/>
        </p:nvSpPr>
        <p:spPr>
          <a:xfrm>
            <a:off x="489204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892040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원형 썸네일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858000" y="352044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858000" y="352044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3" name="Text 71"/>
          <p:cNvSpPr/>
          <p:nvPr/>
        </p:nvSpPr>
        <p:spPr>
          <a:xfrm>
            <a:off x="699516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995160" y="3840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버튼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48640" y="425196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48640" y="425196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7" name="Text 75"/>
          <p:cNvSpPr/>
          <p:nvPr/>
        </p:nvSpPr>
        <p:spPr>
          <a:xfrm>
            <a:off x="68580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85800" y="4572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하이퍼링크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51760" y="425196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651760" y="425196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1" name="Text 79"/>
          <p:cNvSpPr/>
          <p:nvPr/>
        </p:nvSpPr>
        <p:spPr>
          <a:xfrm>
            <a:off x="278892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2788920" y="4572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칩(chip) UI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754880" y="4251960"/>
            <a:ext cx="1965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4754880" y="4251960"/>
            <a:ext cx="4572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5" name="Text 83"/>
          <p:cNvSpPr/>
          <p:nvPr/>
        </p:nvSpPr>
        <p:spPr>
          <a:xfrm>
            <a:off x="4892040" y="4297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sparkline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4892040" y="45720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미니 차트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기능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정렬, 필터, 페이징, 가상 스크롤, 셀 병합, 트리, 그룹핑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정렬 &amp; 필터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404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정렬 (Sort)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정렬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헤더 클릭: 오름차순(▲) ↔ 내림차순(▼) 토글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클릭하면 정렬 해제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정렬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+ 헤더 클릭으로 여러 컬럼 동시 정렬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컬럼에 순서 번호(①②③) 표시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감지 정렬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/ 날짜 / 문자열 타입 자동 감지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84048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필터 (Filter)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사용법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:useFilter="true" 설정으로 활성화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방식 (타입별)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부분 일치 (포함 여부)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number/currency: min/max 범위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date/datetime: from/to 범위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select/badge: 드롭다운 선택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컬럼 동시 필터 (AND 조건)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변경 시 1페이지로 자동 이동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페이징 &amp; 가상 스크롤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2103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페이징 (Paging)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usePaging: 페이징 활성화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pageSize: 페이지당 행 수 (기본 20)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currentPage: 현재 페이지 번호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양방향 바인딩 지원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2103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가상 스크롤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활성화 (별도 설정 불필요)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보이는 행만 DOM 렌더링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수십만 건 데이터도 빠르게 처리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병합 활성 시 자동 비활성화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행 처리 가능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474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40px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38328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행 높이 (커스터마이즈 가능)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16ms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2179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스크롤 프레임 렌더링 목표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셀 병합 · 트리 · 그룹핑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25603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셀 병합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병합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autoMergeCols로 동일 값 자동 병합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병합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mergeCells 함수로 rowspan/colspan 지정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병합 활성 시 가상 스크롤 비활성화 → 대량 데이터 주의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25603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트리 (Tree)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useTree="true" 설정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구조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rows에 children 배열 중첩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childrenKey로 필드명 변경 가능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접기/펼치기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필터와 완벽 연동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조상 노드 자동 표시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51560"/>
            <a:ext cx="25603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051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그룹핑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50876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groupBy="dept" 형태로 기준 컬럼 지정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기능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헤더 행 자동 삽입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접기/펼치기 토글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소계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컬럼 footer 속성으로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sum/avg/count/min/max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그룹별 소계 자동 계산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/ CSV 내보내기 &amp; 인쇄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내보내기 (.xlsx)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useExcelExport="true" 설정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excelFilename으로 파일명 지정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ExcelJS 별도 설치 필요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스타일, 필터 상태 반영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CSV 내보내기 &amp; 인쇄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CSV: ExcelJS 없이 동작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인쇄: 브라우저 print() 호출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필터/정렬 상태 반영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메뉴에서도 접근 가능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 복사 / 붙여넣기 (Clipboard 연동)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범위 선택 → Ctrl+C → Excel에 붙여넣기 가능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Excel에서 Ctrl+C → 그리드에 Ctrl+V로 붙여넣기 가능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탭(\t) 구분 텍스트 포맷으로 자동 변환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이벤트 &amp; 슬롯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그리드와 상호작용하는 핵심 인터페이스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이벤트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8404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페이로드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@update:cell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rowIdx, row, colKey, value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셀 값 변경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@sort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SortConfig[]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정렬 변경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@update:checked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체크 행 변경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@click:button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rowIdx, row, colKey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버튼 셀 클릭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@click:row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rowIdx, row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 클릭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@click:add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추가 버튼 클릭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@click:delete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any[]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 버튼 클릭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@resize:column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colIdx, colKey, width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 너비 조절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@reorder:columns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srcKey, targetKey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컬럼 드래그 재배치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@reorder:rows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from, to, position 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 드래그 재배치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@update:filters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Record&lt;string, any&gt;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서버사이드 필터 변경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셀 커스텀 슬롯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슬롯 규칙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슬롯명: #cell-{컬럼key}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{ row, column, value, rowIndex }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슬롯 사용 시 기본 렌더링 무시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 모드에서는 기존 input UI 표시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기타 슬롯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#toolbar — 툴바 영역 커스터마이즈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#detail — 마스터-디테일 확장 영역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#empty — 데이터 없을 때 표시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046720" cy="18288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 예시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&lt;WZGrid :columns="columns" :rows="rows"&gt;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&lt;template #cell-name="{ row, value }"&gt;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class="flex items-center gap-2"&gt;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:src="row.avatar" class="w-6 h-6 rounded-full"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&lt;span class="font-bold"&gt;{{ value }}&lt;/span&gt;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&lt;/template&gt;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&lt;/WZGrid&gt;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고급 기능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서버사이드, 컨텍스트 메뉴, 행 드래그, 컬럼 설정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서버사이드 모드 &amp; 컨텍스트 메뉴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38404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서버사이드 모드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useServerSide="true" 설정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서버에 위임되는 기능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→ @sort 이벤트로 서버 요청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→ @update:filters로 서버 요청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페이징 → @update:currentPage로 처리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Props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totalRows: 전체 행 수 (페이징 계산용)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현재 페이지 데이터만 전달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38404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컨텍스트 메뉴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useContextMenu="true" 설정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제공 메뉴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위에 행 추가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아래에 행 추가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삭제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내보내기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@click:insert, @click:delete 발생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 드래그 &amp; 컬럼 설정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행 드래그 재배치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useRowDrag="true" 로 활성화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좌측에 드래그 핸들(≡) 표시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@reorder:rows 이벤트 발생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'above' | 'below'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부모에서 rows 배열 직접 재배치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2286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컬럼 표시/숨기기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useColumnSettings="true" 로 활성화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헤더 우측에 설정 버튼 표시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체크박스로 컬럼 표시/숨기기 토글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드래그로 컬럼 순서 변경 가능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키보드 단축키 &amp; 셀 선택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82296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방향키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이동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4023360"/>
            <a:ext cx="82296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 모드 진입/확인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4023360"/>
            <a:ext cx="82296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3212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 취소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29400" y="4023360"/>
            <a:ext cx="82296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셀 이동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434840"/>
            <a:ext cx="82296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4434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범위 복사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97480" y="4434840"/>
            <a:ext cx="82296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66160" y="4434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붙여넣기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4434840"/>
            <a:ext cx="82296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Shift+방향키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32120" y="4434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선택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29400" y="4434840"/>
            <a:ext cx="822960" cy="32004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0" y="4434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내용 삭제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내부 데이터 흐름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0" y="105156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051560"/>
            <a:ext cx="54864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props.rows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데이터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160020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71600" y="160020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00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useSort: 클라이언트 정렬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371600" y="2148840"/>
            <a:ext cx="54864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filteredRows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148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useFilter: 컬럼별 AND 필터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0" y="2560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71600" y="269748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371600" y="269748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flatTreeItems / flatGroupedItems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useTree 또는 useGrouping 적용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371600" y="324612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246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5448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activeItems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경로 통합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371600" y="379476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371600" y="379476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5448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pagedItems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usePaging: 페이지 슬라이스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371600" y="4343400"/>
            <a:ext cx="64008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371600" y="434340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343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55448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visibleRowsRange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389120" y="4343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useVirtualScroll: 렌더 범위 계산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WZ-Grid로 강력한 데이터 그리드를 구축하세요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237744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wz-grid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3291840"/>
            <a:ext cx="237744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앱 실행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291840"/>
            <a:ext cx="237744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사이트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docs:dev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 |  Vue 2 &amp;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WZ-Grid 사용 매뉴얼</dc:title>
  <dc:subject>PptxGenJS Presentation</dc:subject>
  <dc:creator>WZ-Grid Team</dc:creator>
  <cp:lastModifiedBy>WZ-Grid Team</cp:lastModifiedBy>
  <cp:revision>1</cp:revision>
  <dcterms:created xsi:type="dcterms:W3CDTF">2026-03-24T00:36:13Z</dcterms:created>
  <dcterms:modified xsi:type="dcterms:W3CDTF">2026-03-24T00:36:13Z</dcterms:modified>
</cp:coreProperties>
</file>